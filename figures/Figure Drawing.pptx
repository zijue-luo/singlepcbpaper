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3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55A81-C332-96FC-93DB-5C94194D83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44C3EB-E8CF-A98B-71DC-721ACFA062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2667E-2BF2-1C72-6618-0E7047014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B7167-AA09-4E8C-918A-EEAF2F4F29FA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850D9-F2B7-1A81-DAA6-543EC4351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16B326-1AEB-86D5-9FDE-A7EB6A947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4F285-2F59-42BF-8AE3-778C79D06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436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93DC8-DBE6-0DE5-0592-99B778E19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B6488-3BC9-2894-1E58-E7BC415B8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7F823-6A8D-B4BB-55A2-D35C1B958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B7167-AA09-4E8C-918A-EEAF2F4F29FA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6E7C8-78E7-FAEB-E402-81F9F16A8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DE7064-1AC3-C361-58FF-A6632A6B1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4F285-2F59-42BF-8AE3-778C79D06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311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0AC92-0E1A-8D3C-8770-6C163210E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A1AAB6-BDAB-A176-005B-43BD3BB7A7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D273C-6BBB-3D33-7B2D-8CAC2850F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B7167-AA09-4E8C-918A-EEAF2F4F29FA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F19BC-A493-4FC4-9DB1-B7C0FEDDD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55B0A-E6BC-9AA3-7E5C-EF283537B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4F285-2F59-42BF-8AE3-778C79D06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802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83A93-9377-540F-8B5E-C005950E0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D3D8C-2210-DF13-A2CB-22CE3DE6F5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DE3F78-66F7-2EF0-FA9A-81492D199D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7EE737-302A-A3B8-3DFF-676893E83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B7167-AA09-4E8C-918A-EEAF2F4F29FA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E0B9D7-1E5F-023E-CCD0-02A6D1A00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3A946B-1674-9524-C3D7-A64FE7660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4F285-2F59-42BF-8AE3-778C79D06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178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B0529-95AE-4B29-02DD-47D95BB89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0624C-A89D-E6A4-8D65-85DDAE224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46E935-B571-A06A-D042-344E2CD73B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D27C8D-E48E-1322-FF86-2C5A03C668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0CB704-28E9-56AB-6BD4-BF09C528E6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7C1264-48DA-C877-3B15-EA1333A76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B7167-AA09-4E8C-918A-EEAF2F4F29FA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A4CBD0-B6F0-757D-8BAB-714DD2E04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4B9E4A-3576-50B7-3B51-D6338F4A8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4F285-2F59-42BF-8AE3-778C79D06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745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2ED1A-A646-9C00-789A-34A21BC0C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7CAD53-6D6B-01EC-0C23-863150259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B7167-AA09-4E8C-918A-EEAF2F4F29FA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B240D7-5925-49DF-102C-A63BAA0A6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BA2FE1-1B0E-F087-2754-3BE10C40A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4F285-2F59-42BF-8AE3-778C79D06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574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AEBB88-9AFD-E212-2667-16CF2689F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B7167-AA09-4E8C-918A-EEAF2F4F29FA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7499DA-628A-E409-1C63-6445AD834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11FB6F-46CF-74CB-D1BE-3F4E3DD87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4F285-2F59-42BF-8AE3-778C79D06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587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27E75-2173-660D-F546-93085D6C9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DD080-AB7F-50E1-4ED8-805283687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3A65F-3826-43EF-BC8E-6025C37D5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554AF3-AC14-B13D-FF12-690B53960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B7167-AA09-4E8C-918A-EEAF2F4F29FA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8C6E99-52A8-3A78-F71D-120598FA7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A2825D-AC65-40AC-6E78-4456EF1C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4F285-2F59-42BF-8AE3-778C79D06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320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F0884-A27E-B40C-FA42-3EA33F856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A46A3B-942F-749E-2A67-93D230D617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278A6-7093-576E-10AB-253F61F5BF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73D67B-A0DF-EA0C-C967-976BF254F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B7167-AA09-4E8C-918A-EEAF2F4F29FA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634994-B652-7850-1373-5A28002D2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D06DFC-42E3-420D-A7EC-730246CC7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4F285-2F59-42BF-8AE3-778C79D06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322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00BD9-970E-9A26-3DBB-1CD0B0F6B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ABB62B-D6DC-FF44-F0AE-5B52D1A1B5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38D0A-65CA-D005-635C-4DAEC5340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B7167-AA09-4E8C-918A-EEAF2F4F29FA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4DE43-1D7A-B83A-9CD5-6FB7C539D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B009F-28B9-2115-AC13-113B39B8C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4F285-2F59-42BF-8AE3-778C79D06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843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00D1A6-8697-B3CC-3C04-93AD46C44A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07B8B0-5349-E8E8-06F0-2B395A38B3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544029-D76C-A55E-3C70-E30711CAD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B7167-AA09-4E8C-918A-EEAF2F4F29FA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1B5BA-D3C9-119D-D6B7-AE7B1767B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C5485A-3921-3B6D-30A6-47B2FD0CC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4F285-2F59-42BF-8AE3-778C79D06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67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7B1269-64EC-8C49-1F2A-8B1B9E0B9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11236C-4882-231D-0F20-0C715F5759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B5701-9019-16EE-D625-8784C2A434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9B7167-AA09-4E8C-918A-EEAF2F4F29FA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3EED4-F35A-5783-DC63-BD6325BBB5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D45DA-9F77-FFE2-1C2F-A4E7D4F627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44F285-2F59-42BF-8AE3-778C79D06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922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39D8E8E-20F9-139B-4160-F1908DE79382}"/>
              </a:ext>
            </a:extLst>
          </p:cNvPr>
          <p:cNvSpPr/>
          <p:nvPr/>
        </p:nvSpPr>
        <p:spPr>
          <a:xfrm>
            <a:off x="5349713" y="1924696"/>
            <a:ext cx="2932508" cy="183037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DFB95CC2-182A-72D9-AA41-0726CA95BE90}"/>
              </a:ext>
            </a:extLst>
          </p:cNvPr>
          <p:cNvSpPr/>
          <p:nvPr/>
        </p:nvSpPr>
        <p:spPr>
          <a:xfrm>
            <a:off x="5475798" y="3207354"/>
            <a:ext cx="1240404" cy="443285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Paul Trap</a:t>
            </a:r>
          </a:p>
        </p:txBody>
      </p:sp>
      <p:sp>
        <p:nvSpPr>
          <p:cNvPr id="11" name="Flowchart: Process 10">
            <a:extLst>
              <a:ext uri="{FF2B5EF4-FFF2-40B4-BE49-F238E27FC236}">
                <a16:creationId xmlns:a16="http://schemas.microsoft.com/office/drawing/2014/main" id="{C3E99DF5-9A7C-B46C-BC75-12907C53675B}"/>
              </a:ext>
            </a:extLst>
          </p:cNvPr>
          <p:cNvSpPr/>
          <p:nvPr/>
        </p:nvSpPr>
        <p:spPr>
          <a:xfrm>
            <a:off x="7333755" y="3207356"/>
            <a:ext cx="834887" cy="443285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Oven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0CE4E2B8-D731-F918-1D88-1DABB7D356CC}"/>
              </a:ext>
            </a:extLst>
          </p:cNvPr>
          <p:cNvSpPr/>
          <p:nvPr/>
        </p:nvSpPr>
        <p:spPr>
          <a:xfrm>
            <a:off x="3106492" y="3128833"/>
            <a:ext cx="1357024" cy="600325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Spectrum Analyzer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lowchart: Process 12">
            <a:extLst>
              <a:ext uri="{FF2B5EF4-FFF2-40B4-BE49-F238E27FC236}">
                <a16:creationId xmlns:a16="http://schemas.microsoft.com/office/drawing/2014/main" id="{B6CC3210-74D0-DED4-9F17-899198BB5D69}"/>
              </a:ext>
            </a:extLst>
          </p:cNvPr>
          <p:cNvSpPr/>
          <p:nvPr/>
        </p:nvSpPr>
        <p:spPr>
          <a:xfrm>
            <a:off x="5475798" y="2157784"/>
            <a:ext cx="834887" cy="443285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MCP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lowchart: Process 15">
            <a:extLst>
              <a:ext uri="{FF2B5EF4-FFF2-40B4-BE49-F238E27FC236}">
                <a16:creationId xmlns:a16="http://schemas.microsoft.com/office/drawing/2014/main" id="{3C1A460B-4A88-7C92-425D-196EC43E87A8}"/>
              </a:ext>
            </a:extLst>
          </p:cNvPr>
          <p:cNvSpPr/>
          <p:nvPr/>
        </p:nvSpPr>
        <p:spPr>
          <a:xfrm>
            <a:off x="8354250" y="1223365"/>
            <a:ext cx="1240403" cy="443285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PI Lasers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Flowchart: Process 16">
            <a:extLst>
              <a:ext uri="{FF2B5EF4-FFF2-40B4-BE49-F238E27FC236}">
                <a16:creationId xmlns:a16="http://schemas.microsoft.com/office/drawing/2014/main" id="{E2CE668D-D916-FAF4-0014-6F214B5FEAC1}"/>
              </a:ext>
            </a:extLst>
          </p:cNvPr>
          <p:cNvSpPr/>
          <p:nvPr/>
        </p:nvSpPr>
        <p:spPr>
          <a:xfrm>
            <a:off x="6226959" y="5045591"/>
            <a:ext cx="992588" cy="443285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Switch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lowchart: Process 17">
            <a:extLst>
              <a:ext uri="{FF2B5EF4-FFF2-40B4-BE49-F238E27FC236}">
                <a16:creationId xmlns:a16="http://schemas.microsoft.com/office/drawing/2014/main" id="{BD468E44-08E4-DC7F-FEB9-958A48919A8F}"/>
              </a:ext>
            </a:extLst>
          </p:cNvPr>
          <p:cNvSpPr/>
          <p:nvPr/>
        </p:nvSpPr>
        <p:spPr>
          <a:xfrm>
            <a:off x="5273035" y="359861"/>
            <a:ext cx="1240404" cy="861725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Envelope Threshold Detector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7DB06A1-6431-F1E3-22B6-067E153E73BE}"/>
              </a:ext>
            </a:extLst>
          </p:cNvPr>
          <p:cNvCxnSpPr>
            <a:cxnSpLocks/>
            <a:stCxn id="67" idx="6"/>
            <a:endCxn id="17" idx="1"/>
          </p:cNvCxnSpPr>
          <p:nvPr/>
        </p:nvCxnSpPr>
        <p:spPr>
          <a:xfrm>
            <a:off x="5339740" y="5267233"/>
            <a:ext cx="88721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17E41F3-78B2-33F4-6200-39BEE31FA4BE}"/>
              </a:ext>
            </a:extLst>
          </p:cNvPr>
          <p:cNvSpPr txBox="1"/>
          <p:nvPr/>
        </p:nvSpPr>
        <p:spPr>
          <a:xfrm>
            <a:off x="3319581" y="1224681"/>
            <a:ext cx="8723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1.732 GHz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B532FB-762C-3B71-CD6C-7FA4F65E0F79}"/>
              </a:ext>
            </a:extLst>
          </p:cNvPr>
          <p:cNvSpPr txBox="1"/>
          <p:nvPr/>
        </p:nvSpPr>
        <p:spPr>
          <a:xfrm>
            <a:off x="5296683" y="5024156"/>
            <a:ext cx="9236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1~200 MHz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236FBE8-D12F-D4F4-96A3-B467B32DD97B}"/>
              </a:ext>
            </a:extLst>
          </p:cNvPr>
          <p:cNvCxnSpPr>
            <a:cxnSpLocks/>
          </p:cNvCxnSpPr>
          <p:nvPr/>
        </p:nvCxnSpPr>
        <p:spPr>
          <a:xfrm flipV="1">
            <a:off x="6417126" y="3648837"/>
            <a:ext cx="0" cy="891856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09DBDA3-ABC8-A6EB-1CE8-6D0ACAB57F77}"/>
              </a:ext>
            </a:extLst>
          </p:cNvPr>
          <p:cNvSpPr txBox="1"/>
          <p:nvPr/>
        </p:nvSpPr>
        <p:spPr>
          <a:xfrm>
            <a:off x="4463517" y="3196920"/>
            <a:ext cx="8002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RF Drive Monitor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A50C1EE-A2D5-0D0B-035A-DED79EEAAE49}"/>
                  </a:ext>
                </a:extLst>
              </p:cNvPr>
              <p:cNvSpPr txBox="1"/>
              <p:nvPr/>
            </p:nvSpPr>
            <p:spPr>
              <a:xfrm>
                <a:off x="6417126" y="3790514"/>
                <a:ext cx="155632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Tickling &amp; DC (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en-US" sz="1200" dirty="0"/>
                  <a:t>43V)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A50C1EE-A2D5-0D0B-035A-DED79EEAA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7126" y="3790514"/>
                <a:ext cx="1556323" cy="276999"/>
              </a:xfrm>
              <a:prstGeom prst="rect">
                <a:avLst/>
              </a:prstGeom>
              <a:blipFill>
                <a:blip r:embed="rId2"/>
                <a:stretch>
                  <a:fillRect l="-392"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Flowchart: Process 30">
            <a:extLst>
              <a:ext uri="{FF2B5EF4-FFF2-40B4-BE49-F238E27FC236}">
                <a16:creationId xmlns:a16="http://schemas.microsoft.com/office/drawing/2014/main" id="{3699B50E-DD03-DD5C-B2CB-5555B6B7DF1A}"/>
              </a:ext>
            </a:extLst>
          </p:cNvPr>
          <p:cNvSpPr/>
          <p:nvPr/>
        </p:nvSpPr>
        <p:spPr>
          <a:xfrm>
            <a:off x="8560950" y="2256851"/>
            <a:ext cx="837535" cy="443285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AOM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B6D836C-3644-9ACB-1002-D6EA468E2A69}"/>
              </a:ext>
            </a:extLst>
          </p:cNvPr>
          <p:cNvCxnSpPr>
            <a:cxnSpLocks/>
            <a:stCxn id="10" idx="1"/>
            <a:endCxn id="12" idx="3"/>
          </p:cNvCxnSpPr>
          <p:nvPr/>
        </p:nvCxnSpPr>
        <p:spPr>
          <a:xfrm flipH="1" flipV="1">
            <a:off x="4463516" y="3428996"/>
            <a:ext cx="101228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82A4052-A29B-D42A-6E8A-56C707734D6B}"/>
              </a:ext>
            </a:extLst>
          </p:cNvPr>
          <p:cNvSpPr txBox="1"/>
          <p:nvPr/>
        </p:nvSpPr>
        <p:spPr>
          <a:xfrm>
            <a:off x="4349883" y="2642235"/>
            <a:ext cx="8417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Trap Drive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92D8C4A-49AA-0FE7-7514-A46B1FF5E97E}"/>
              </a:ext>
            </a:extLst>
          </p:cNvPr>
          <p:cNvCxnSpPr>
            <a:cxnSpLocks/>
          </p:cNvCxnSpPr>
          <p:nvPr/>
        </p:nvCxnSpPr>
        <p:spPr>
          <a:xfrm flipV="1">
            <a:off x="6417126" y="4652206"/>
            <a:ext cx="0" cy="393878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639EA44-FD5F-6CA9-92DB-4B361B61141A}"/>
              </a:ext>
            </a:extLst>
          </p:cNvPr>
          <p:cNvSpPr txBox="1"/>
          <p:nvPr/>
        </p:nvSpPr>
        <p:spPr>
          <a:xfrm>
            <a:off x="6417126" y="4761352"/>
            <a:ext cx="11256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Tickling Signal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546DDA0-7307-3F4E-9FF1-DA046EF457E0}"/>
              </a:ext>
            </a:extLst>
          </p:cNvPr>
          <p:cNvCxnSpPr>
            <a:cxnSpLocks/>
            <a:stCxn id="16" idx="2"/>
            <a:endCxn id="31" idx="0"/>
          </p:cNvCxnSpPr>
          <p:nvPr/>
        </p:nvCxnSpPr>
        <p:spPr>
          <a:xfrm>
            <a:off x="8974452" y="1666650"/>
            <a:ext cx="5266" cy="59020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0A3C141-7CA5-80CA-03FD-81A35F848B69}"/>
              </a:ext>
            </a:extLst>
          </p:cNvPr>
          <p:cNvGrpSpPr/>
          <p:nvPr/>
        </p:nvGrpSpPr>
        <p:grpSpPr>
          <a:xfrm>
            <a:off x="6593326" y="2478493"/>
            <a:ext cx="1967623" cy="718427"/>
            <a:chOff x="6428054" y="2478493"/>
            <a:chExt cx="2131649" cy="718427"/>
          </a:xfrm>
        </p:grpSpPr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47708F85-F2C9-093D-8DE1-F7AC79E5B088}"/>
                </a:ext>
              </a:extLst>
            </p:cNvPr>
            <p:cNvCxnSpPr>
              <a:cxnSpLocks/>
              <a:stCxn id="31" idx="1"/>
            </p:cNvCxnSpPr>
            <p:nvPr/>
          </p:nvCxnSpPr>
          <p:spPr>
            <a:xfrm flipH="1">
              <a:off x="6428054" y="2478494"/>
              <a:ext cx="2131649" cy="0"/>
            </a:xfrm>
            <a:prstGeom prst="line">
              <a:avLst/>
            </a:prstGeom>
            <a:ln>
              <a:solidFill>
                <a:srgbClr val="0070C0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B4088B81-7699-FDCF-90F9-6F20AB27DAE8}"/>
                </a:ext>
              </a:extLst>
            </p:cNvPr>
            <p:cNvCxnSpPr>
              <a:cxnSpLocks/>
            </p:cNvCxnSpPr>
            <p:nvPr/>
          </p:nvCxnSpPr>
          <p:spPr>
            <a:xfrm>
              <a:off x="6433028" y="2478493"/>
              <a:ext cx="0" cy="718427"/>
            </a:xfrm>
            <a:prstGeom prst="straightConnector1">
              <a:avLst/>
            </a:prstGeom>
            <a:ln>
              <a:solidFill>
                <a:srgbClr val="0070C0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B0DB0964-8B17-5513-8A21-0220ADACC4B7}"/>
              </a:ext>
            </a:extLst>
          </p:cNvPr>
          <p:cNvSpPr txBox="1"/>
          <p:nvPr/>
        </p:nvSpPr>
        <p:spPr>
          <a:xfrm>
            <a:off x="7098402" y="2231475"/>
            <a:ext cx="6783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</a:rPr>
              <a:t>390 nm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6913FD5-59A8-6A28-DBBE-3CA1800B59DA}"/>
              </a:ext>
            </a:extLst>
          </p:cNvPr>
          <p:cNvSpPr txBox="1"/>
          <p:nvPr/>
        </p:nvSpPr>
        <p:spPr>
          <a:xfrm>
            <a:off x="8974451" y="1766486"/>
            <a:ext cx="6783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</a:rPr>
              <a:t>390 nm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B2977C22-2F19-7FB5-63F5-45A5A9A98C70}"/>
              </a:ext>
            </a:extLst>
          </p:cNvPr>
          <p:cNvGrpSpPr/>
          <p:nvPr/>
        </p:nvGrpSpPr>
        <p:grpSpPr>
          <a:xfrm>
            <a:off x="6513440" y="1444108"/>
            <a:ext cx="1830200" cy="1752812"/>
            <a:chOff x="8817691" y="2845523"/>
            <a:chExt cx="1818179" cy="1752812"/>
          </a:xfrm>
        </p:grpSpPr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DE16C523-9D7B-2056-0209-4F7A0B33B3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17691" y="2845524"/>
              <a:ext cx="1818179" cy="4974"/>
            </a:xfrm>
            <a:prstGeom prst="line">
              <a:avLst/>
            </a:prstGeom>
            <a:ln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5D9F1247-EFF6-2BAD-00D0-E91D668FF108}"/>
                </a:ext>
              </a:extLst>
            </p:cNvPr>
            <p:cNvCxnSpPr>
              <a:cxnSpLocks/>
            </p:cNvCxnSpPr>
            <p:nvPr/>
          </p:nvCxnSpPr>
          <p:spPr>
            <a:xfrm>
              <a:off x="8817691" y="2845523"/>
              <a:ext cx="1" cy="1752812"/>
            </a:xfrm>
            <a:prstGeom prst="straightConnector1">
              <a:avLst/>
            </a:prstGeom>
            <a:ln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C1D53D47-C2BF-9752-8CC1-59603768456D}"/>
              </a:ext>
            </a:extLst>
          </p:cNvPr>
          <p:cNvSpPr txBox="1"/>
          <p:nvPr/>
        </p:nvSpPr>
        <p:spPr>
          <a:xfrm>
            <a:off x="7104570" y="1185042"/>
            <a:ext cx="6783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B0F0"/>
                </a:solidFill>
              </a:rPr>
              <a:t>422 nm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3DFBAB77-DCFE-7588-4BF9-05DCB48E7841}"/>
              </a:ext>
            </a:extLst>
          </p:cNvPr>
          <p:cNvCxnSpPr>
            <a:cxnSpLocks/>
            <a:stCxn id="11" idx="1"/>
            <a:endCxn id="10" idx="3"/>
          </p:cNvCxnSpPr>
          <p:nvPr/>
        </p:nvCxnSpPr>
        <p:spPr>
          <a:xfrm flipH="1" flipV="1">
            <a:off x="6716202" y="3428997"/>
            <a:ext cx="617553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E09E955C-74AE-6872-6BB7-7622CFDE7F8A}"/>
              </a:ext>
            </a:extLst>
          </p:cNvPr>
          <p:cNvSpPr txBox="1"/>
          <p:nvPr/>
        </p:nvSpPr>
        <p:spPr>
          <a:xfrm>
            <a:off x="6836109" y="3185146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Ca</a:t>
            </a:r>
          </a:p>
        </p:txBody>
      </p:sp>
      <p:sp>
        <p:nvSpPr>
          <p:cNvPr id="94" name="Flowchart: Process 93">
            <a:extLst>
              <a:ext uri="{FF2B5EF4-FFF2-40B4-BE49-F238E27FC236}">
                <a16:creationId xmlns:a16="http://schemas.microsoft.com/office/drawing/2014/main" id="{62D27A52-4DA3-821C-FB81-45DF2EE36B90}"/>
              </a:ext>
            </a:extLst>
          </p:cNvPr>
          <p:cNvSpPr/>
          <p:nvPr/>
        </p:nvSpPr>
        <p:spPr>
          <a:xfrm>
            <a:off x="8568857" y="5045591"/>
            <a:ext cx="837536" cy="443285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ArtiQ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996A2F99-ED8D-CE81-918B-74206133E12C}"/>
              </a:ext>
            </a:extLst>
          </p:cNvPr>
          <p:cNvCxnSpPr>
            <a:cxnSpLocks/>
            <a:stCxn id="94" idx="1"/>
            <a:endCxn id="17" idx="3"/>
          </p:cNvCxnSpPr>
          <p:nvPr/>
        </p:nvCxnSpPr>
        <p:spPr>
          <a:xfrm flipH="1">
            <a:off x="7219547" y="5267234"/>
            <a:ext cx="13493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3AB47031-2CBC-8AFF-8C93-4973F1929428}"/>
              </a:ext>
            </a:extLst>
          </p:cNvPr>
          <p:cNvCxnSpPr>
            <a:cxnSpLocks/>
            <a:stCxn id="94" idx="0"/>
            <a:endCxn id="31" idx="2"/>
          </p:cNvCxnSpPr>
          <p:nvPr/>
        </p:nvCxnSpPr>
        <p:spPr>
          <a:xfrm flipH="1" flipV="1">
            <a:off x="8979718" y="2700136"/>
            <a:ext cx="7907" cy="23454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97BFC960-CEC6-D63E-590D-DA3286585DD7}"/>
              </a:ext>
            </a:extLst>
          </p:cNvPr>
          <p:cNvSpPr txBox="1"/>
          <p:nvPr/>
        </p:nvSpPr>
        <p:spPr>
          <a:xfrm>
            <a:off x="7562102" y="5042270"/>
            <a:ext cx="7333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Control TTL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C8CC4A8-F22A-2EE3-3C1B-22D66435DC22}"/>
              </a:ext>
            </a:extLst>
          </p:cNvPr>
          <p:cNvSpPr txBox="1"/>
          <p:nvPr/>
        </p:nvSpPr>
        <p:spPr>
          <a:xfrm>
            <a:off x="8987625" y="3592497"/>
            <a:ext cx="692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Control TTL</a:t>
            </a:r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003BCC46-C321-4A3F-D451-2EF888F1F5E8}"/>
              </a:ext>
            </a:extLst>
          </p:cNvPr>
          <p:cNvGrpSpPr/>
          <p:nvPr/>
        </p:nvGrpSpPr>
        <p:grpSpPr>
          <a:xfrm>
            <a:off x="7776793" y="4388938"/>
            <a:ext cx="994797" cy="644222"/>
            <a:chOff x="7776793" y="4388938"/>
            <a:chExt cx="994797" cy="644222"/>
          </a:xfrm>
        </p:grpSpPr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B0DAB7CB-7DC0-0D7F-E429-0360D0218F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71590" y="4388938"/>
              <a:ext cx="0" cy="64422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7475E00E-E617-7CB0-C9AD-79C54C773D1B}"/>
                </a:ext>
              </a:extLst>
            </p:cNvPr>
            <p:cNvCxnSpPr>
              <a:cxnSpLocks/>
              <a:endCxn id="70" idx="3"/>
            </p:cNvCxnSpPr>
            <p:nvPr/>
          </p:nvCxnSpPr>
          <p:spPr>
            <a:xfrm flipH="1">
              <a:off x="7776793" y="4388939"/>
              <a:ext cx="9947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3BF8583C-6E06-A1BE-843F-C7CD6C1DF76B}"/>
                  </a:ext>
                </a:extLst>
              </p:cNvPr>
              <p:cNvSpPr txBox="1"/>
              <p:nvPr/>
            </p:nvSpPr>
            <p:spPr>
              <a:xfrm>
                <a:off x="7930742" y="4164704"/>
                <a:ext cx="6471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DC (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en-US" sz="1200" dirty="0"/>
                  <a:t>10V)</a:t>
                </a:r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3BF8583C-6E06-A1BE-843F-C7CD6C1DF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0742" y="4164704"/>
                <a:ext cx="647152" cy="461665"/>
              </a:xfrm>
              <a:prstGeom prst="rect">
                <a:avLst/>
              </a:prstGeom>
              <a:blipFill>
                <a:blip r:embed="rId3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1DC9DA7F-F754-B52B-C2A9-7F8F2521C680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5893241" y="2601069"/>
            <a:ext cx="1" cy="60628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7C95DA94-B0DE-9221-2F1A-81ED7328347B}"/>
                  </a:ext>
                </a:extLst>
              </p:cNvPr>
              <p:cNvSpPr txBox="1"/>
              <p:nvPr/>
            </p:nvSpPr>
            <p:spPr>
              <a:xfrm>
                <a:off x="5810003" y="2765711"/>
                <a:ext cx="49711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7C95DA94-B0DE-9221-2F1A-81ED732834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0003" y="2765711"/>
                <a:ext cx="497118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D30D1BE8-C706-09DA-2765-0E682D372234}"/>
              </a:ext>
            </a:extLst>
          </p:cNvPr>
          <p:cNvCxnSpPr>
            <a:cxnSpLocks/>
            <a:stCxn id="13" idx="0"/>
            <a:endCxn id="18" idx="2"/>
          </p:cNvCxnSpPr>
          <p:nvPr/>
        </p:nvCxnSpPr>
        <p:spPr>
          <a:xfrm flipH="1" flipV="1">
            <a:off x="5893237" y="1221586"/>
            <a:ext cx="5" cy="9361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3F9533BB-69D3-2BD8-9429-96452385CB49}"/>
              </a:ext>
            </a:extLst>
          </p:cNvPr>
          <p:cNvGrpSpPr/>
          <p:nvPr/>
        </p:nvGrpSpPr>
        <p:grpSpPr>
          <a:xfrm>
            <a:off x="6513439" y="790723"/>
            <a:ext cx="3423041" cy="4476511"/>
            <a:chOff x="6513439" y="790723"/>
            <a:chExt cx="3423041" cy="4476511"/>
          </a:xfrm>
        </p:grpSpPr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67CCD351-E45B-70CB-D0DF-E00D4CC0B9DD}"/>
                </a:ext>
              </a:extLst>
            </p:cNvPr>
            <p:cNvCxnSpPr>
              <a:cxnSpLocks/>
              <a:stCxn id="18" idx="3"/>
            </p:cNvCxnSpPr>
            <p:nvPr/>
          </p:nvCxnSpPr>
          <p:spPr>
            <a:xfrm>
              <a:off x="6513439" y="790724"/>
              <a:ext cx="342304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12B68FD4-0016-FCA3-7EF7-ADEF0B7FF283}"/>
                </a:ext>
              </a:extLst>
            </p:cNvPr>
            <p:cNvCxnSpPr/>
            <p:nvPr/>
          </p:nvCxnSpPr>
          <p:spPr>
            <a:xfrm>
              <a:off x="9936480" y="790723"/>
              <a:ext cx="0" cy="447651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B2F9C5D9-1392-864D-7318-86E42687BE80}"/>
                </a:ext>
              </a:extLst>
            </p:cNvPr>
            <p:cNvCxnSpPr>
              <a:endCxn id="94" idx="3"/>
            </p:cNvCxnSpPr>
            <p:nvPr/>
          </p:nvCxnSpPr>
          <p:spPr>
            <a:xfrm flipH="1">
              <a:off x="9406393" y="5267233"/>
              <a:ext cx="530087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2" name="Picture 151">
            <a:extLst>
              <a:ext uri="{FF2B5EF4-FFF2-40B4-BE49-F238E27FC236}">
                <a16:creationId xmlns:a16="http://schemas.microsoft.com/office/drawing/2014/main" id="{4985FE10-C191-C9E3-6E23-B90EE3C118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4971" y="1556845"/>
            <a:ext cx="761959" cy="239180"/>
          </a:xfrm>
          <a:prstGeom prst="rect">
            <a:avLst/>
          </a:prstGeom>
        </p:spPr>
      </p:pic>
      <p:sp>
        <p:nvSpPr>
          <p:cNvPr id="153" name="TextBox 152">
            <a:extLst>
              <a:ext uri="{FF2B5EF4-FFF2-40B4-BE49-F238E27FC236}">
                <a16:creationId xmlns:a16="http://schemas.microsoft.com/office/drawing/2014/main" id="{BD3454FE-4A8E-4CB9-9DC4-AE133763B071}"/>
              </a:ext>
            </a:extLst>
          </p:cNvPr>
          <p:cNvSpPr txBox="1"/>
          <p:nvPr/>
        </p:nvSpPr>
        <p:spPr>
          <a:xfrm>
            <a:off x="4741113" y="1317115"/>
            <a:ext cx="11780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Electron Signal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0A0B0B88-6880-F012-742F-33056C65E7D1}"/>
              </a:ext>
            </a:extLst>
          </p:cNvPr>
          <p:cNvSpPr txBox="1"/>
          <p:nvPr/>
        </p:nvSpPr>
        <p:spPr>
          <a:xfrm>
            <a:off x="7274092" y="776714"/>
            <a:ext cx="11780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Electron Signal</a:t>
            </a:r>
          </a:p>
        </p:txBody>
      </p:sp>
      <p:pic>
        <p:nvPicPr>
          <p:cNvPr id="157" name="Picture 156">
            <a:extLst>
              <a:ext uri="{FF2B5EF4-FFF2-40B4-BE49-F238E27FC236}">
                <a16:creationId xmlns:a16="http://schemas.microsoft.com/office/drawing/2014/main" id="{D6135BE8-4FF0-3A2A-41F7-8D2A0E406C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2006" y="509685"/>
            <a:ext cx="654190" cy="212249"/>
          </a:xfrm>
          <a:prstGeom prst="rect">
            <a:avLst/>
          </a:prstGeom>
        </p:spPr>
      </p:pic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430B041D-54A5-A05E-F7A4-863942FCE4CC}"/>
              </a:ext>
            </a:extLst>
          </p:cNvPr>
          <p:cNvSpPr/>
          <p:nvPr/>
        </p:nvSpPr>
        <p:spPr>
          <a:xfrm rot="10800000">
            <a:off x="3812040" y="1740244"/>
            <a:ext cx="653682" cy="563519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lowchart: Connector 46">
            <a:extLst>
              <a:ext uri="{FF2B5EF4-FFF2-40B4-BE49-F238E27FC236}">
                <a16:creationId xmlns:a16="http://schemas.microsoft.com/office/drawing/2014/main" id="{EDE99F18-4989-3F66-19EC-B267B02279FB}"/>
              </a:ext>
            </a:extLst>
          </p:cNvPr>
          <p:cNvSpPr/>
          <p:nvPr/>
        </p:nvSpPr>
        <p:spPr>
          <a:xfrm>
            <a:off x="3932200" y="623761"/>
            <a:ext cx="413361" cy="409962"/>
          </a:xfrm>
          <a:prstGeom prst="flowChartConnec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~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B6487A6-1DE3-96AC-FF31-84DBF77727B0}"/>
              </a:ext>
            </a:extLst>
          </p:cNvPr>
          <p:cNvCxnSpPr>
            <a:cxnSpLocks/>
            <a:stCxn id="47" idx="4"/>
            <a:endCxn id="4" idx="3"/>
          </p:cNvCxnSpPr>
          <p:nvPr/>
        </p:nvCxnSpPr>
        <p:spPr>
          <a:xfrm>
            <a:off x="4138881" y="1033723"/>
            <a:ext cx="0" cy="706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35CF7C9-EEA0-A1A6-1E0E-248D2CD575F1}"/>
              </a:ext>
            </a:extLst>
          </p:cNvPr>
          <p:cNvGrpSpPr/>
          <p:nvPr/>
        </p:nvGrpSpPr>
        <p:grpSpPr>
          <a:xfrm rot="10800000">
            <a:off x="4138880" y="2893777"/>
            <a:ext cx="1574999" cy="308424"/>
            <a:chOff x="5036284" y="3650640"/>
            <a:chExt cx="1574999" cy="308424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83972641-FCBD-D1A6-D60D-17AEA35C2A64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5036284" y="3959064"/>
              <a:ext cx="157499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EBEA63DF-78BE-EB7A-D98E-E52D9394BF7C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5044059" y="3650640"/>
              <a:ext cx="0" cy="29799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Flowchart: Connector 66">
            <a:extLst>
              <a:ext uri="{FF2B5EF4-FFF2-40B4-BE49-F238E27FC236}">
                <a16:creationId xmlns:a16="http://schemas.microsoft.com/office/drawing/2014/main" id="{B9193982-63AF-AA90-97A9-051E30144F6A}"/>
              </a:ext>
            </a:extLst>
          </p:cNvPr>
          <p:cNvSpPr/>
          <p:nvPr/>
        </p:nvSpPr>
        <p:spPr>
          <a:xfrm>
            <a:off x="4926379" y="5062252"/>
            <a:ext cx="413361" cy="409962"/>
          </a:xfrm>
          <a:prstGeom prst="flowChartConnec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~</a:t>
            </a:r>
          </a:p>
        </p:txBody>
      </p:sp>
      <p:sp>
        <p:nvSpPr>
          <p:cNvPr id="70" name="Isosceles Triangle 69">
            <a:extLst>
              <a:ext uri="{FF2B5EF4-FFF2-40B4-BE49-F238E27FC236}">
                <a16:creationId xmlns:a16="http://schemas.microsoft.com/office/drawing/2014/main" id="{BC3D6C4C-D561-F71D-083D-4B9E1DD2FD19}"/>
              </a:ext>
            </a:extLst>
          </p:cNvPr>
          <p:cNvSpPr/>
          <p:nvPr/>
        </p:nvSpPr>
        <p:spPr>
          <a:xfrm rot="16200000">
            <a:off x="7168192" y="4107179"/>
            <a:ext cx="653682" cy="563519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D3400B99-A59A-669E-DC11-A5218546F91F}"/>
              </a:ext>
            </a:extLst>
          </p:cNvPr>
          <p:cNvCxnSpPr/>
          <p:nvPr/>
        </p:nvCxnSpPr>
        <p:spPr>
          <a:xfrm>
            <a:off x="6251340" y="4652206"/>
            <a:ext cx="33157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466AF844-36BB-480B-8308-BA9664ADDCDC}"/>
              </a:ext>
            </a:extLst>
          </p:cNvPr>
          <p:cNvCxnSpPr/>
          <p:nvPr/>
        </p:nvCxnSpPr>
        <p:spPr>
          <a:xfrm>
            <a:off x="6251340" y="4540693"/>
            <a:ext cx="33157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Arc 95">
            <a:extLst>
              <a:ext uri="{FF2B5EF4-FFF2-40B4-BE49-F238E27FC236}">
                <a16:creationId xmlns:a16="http://schemas.microsoft.com/office/drawing/2014/main" id="{9894898B-1246-220A-5FA8-7DB949E58857}"/>
              </a:ext>
            </a:extLst>
          </p:cNvPr>
          <p:cNvSpPr/>
          <p:nvPr/>
        </p:nvSpPr>
        <p:spPr>
          <a:xfrm>
            <a:off x="6593327" y="4312879"/>
            <a:ext cx="107818" cy="142051"/>
          </a:xfrm>
          <a:prstGeom prst="arc">
            <a:avLst>
              <a:gd name="adj1" fmla="val 10788231"/>
              <a:gd name="adj2" fmla="val 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Arc 99">
            <a:extLst>
              <a:ext uri="{FF2B5EF4-FFF2-40B4-BE49-F238E27FC236}">
                <a16:creationId xmlns:a16="http://schemas.microsoft.com/office/drawing/2014/main" id="{BBACED5A-F52F-9FE5-D111-902F7BD870D2}"/>
              </a:ext>
            </a:extLst>
          </p:cNvPr>
          <p:cNvSpPr/>
          <p:nvPr/>
        </p:nvSpPr>
        <p:spPr>
          <a:xfrm>
            <a:off x="6699351" y="4312879"/>
            <a:ext cx="107818" cy="142051"/>
          </a:xfrm>
          <a:prstGeom prst="arc">
            <a:avLst>
              <a:gd name="adj1" fmla="val 10788231"/>
              <a:gd name="adj2" fmla="val 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Arc 100">
            <a:extLst>
              <a:ext uri="{FF2B5EF4-FFF2-40B4-BE49-F238E27FC236}">
                <a16:creationId xmlns:a16="http://schemas.microsoft.com/office/drawing/2014/main" id="{DF408B21-FCD9-8546-CA85-317D2D258695}"/>
              </a:ext>
            </a:extLst>
          </p:cNvPr>
          <p:cNvSpPr/>
          <p:nvPr/>
        </p:nvSpPr>
        <p:spPr>
          <a:xfrm>
            <a:off x="6808010" y="4315577"/>
            <a:ext cx="107818" cy="142051"/>
          </a:xfrm>
          <a:prstGeom prst="arc">
            <a:avLst>
              <a:gd name="adj1" fmla="val 10788231"/>
              <a:gd name="adj2" fmla="val 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Arc 101">
            <a:extLst>
              <a:ext uri="{FF2B5EF4-FFF2-40B4-BE49-F238E27FC236}">
                <a16:creationId xmlns:a16="http://schemas.microsoft.com/office/drawing/2014/main" id="{C2B01526-818A-B616-C27D-4E64A911379E}"/>
              </a:ext>
            </a:extLst>
          </p:cNvPr>
          <p:cNvSpPr/>
          <p:nvPr/>
        </p:nvSpPr>
        <p:spPr>
          <a:xfrm>
            <a:off x="6919369" y="4315577"/>
            <a:ext cx="107818" cy="142051"/>
          </a:xfrm>
          <a:prstGeom prst="arc">
            <a:avLst>
              <a:gd name="adj1" fmla="val 10788231"/>
              <a:gd name="adj2" fmla="val 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1204D2B-1FF0-ED2D-E1FF-A5825F0074EE}"/>
              </a:ext>
            </a:extLst>
          </p:cNvPr>
          <p:cNvCxnSpPr>
            <a:stCxn id="70" idx="0"/>
          </p:cNvCxnSpPr>
          <p:nvPr/>
        </p:nvCxnSpPr>
        <p:spPr>
          <a:xfrm flipH="1" flipV="1">
            <a:off x="7027187" y="4388938"/>
            <a:ext cx="186087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2312D64B-AA68-2A29-270A-711C8EF80E22}"/>
              </a:ext>
            </a:extLst>
          </p:cNvPr>
          <p:cNvCxnSpPr>
            <a:cxnSpLocks/>
            <a:stCxn id="96" idx="0"/>
          </p:cNvCxnSpPr>
          <p:nvPr/>
        </p:nvCxnSpPr>
        <p:spPr>
          <a:xfrm flipH="1">
            <a:off x="6417968" y="4384089"/>
            <a:ext cx="17535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9306928-76D2-B095-5839-286C4DA40DA8}"/>
              </a:ext>
            </a:extLst>
          </p:cNvPr>
          <p:cNvSpPr/>
          <p:nvPr/>
        </p:nvSpPr>
        <p:spPr>
          <a:xfrm>
            <a:off x="6168162" y="4209414"/>
            <a:ext cx="953245" cy="5568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lowchart: Process 1">
            <a:extLst>
              <a:ext uri="{FF2B5EF4-FFF2-40B4-BE49-F238E27FC236}">
                <a16:creationId xmlns:a16="http://schemas.microsoft.com/office/drawing/2014/main" id="{865CB457-30E9-05AA-8642-EE3610B77F9F}"/>
              </a:ext>
            </a:extLst>
          </p:cNvPr>
          <p:cNvSpPr/>
          <p:nvPr/>
        </p:nvSpPr>
        <p:spPr>
          <a:xfrm>
            <a:off x="3098774" y="4888551"/>
            <a:ext cx="1357024" cy="600325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Function Generator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46728D3-73FE-F0C2-2864-2B648929AF5C}"/>
              </a:ext>
            </a:extLst>
          </p:cNvPr>
          <p:cNvCxnSpPr>
            <a:cxnSpLocks/>
            <a:stCxn id="94" idx="2"/>
          </p:cNvCxnSpPr>
          <p:nvPr/>
        </p:nvCxnSpPr>
        <p:spPr>
          <a:xfrm>
            <a:off x="8987625" y="5488876"/>
            <a:ext cx="0" cy="3420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CC7BDEB-C1F1-3D3B-1B7B-F35C47039C83}"/>
              </a:ext>
            </a:extLst>
          </p:cNvPr>
          <p:cNvCxnSpPr>
            <a:cxnSpLocks/>
          </p:cNvCxnSpPr>
          <p:nvPr/>
        </p:nvCxnSpPr>
        <p:spPr>
          <a:xfrm>
            <a:off x="3777286" y="4312879"/>
            <a:ext cx="193659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B9F1AD4-2AA3-B19A-C94B-D39A854680DD}"/>
              </a:ext>
            </a:extLst>
          </p:cNvPr>
          <p:cNvCxnSpPr>
            <a:cxnSpLocks/>
            <a:stCxn id="4" idx="0"/>
          </p:cNvCxnSpPr>
          <p:nvPr/>
        </p:nvCxnSpPr>
        <p:spPr>
          <a:xfrm flipH="1">
            <a:off x="4138880" y="2303763"/>
            <a:ext cx="1" cy="5900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7F3AA1F3-BA7B-5E24-B7A6-C0D12D44E961}"/>
              </a:ext>
            </a:extLst>
          </p:cNvPr>
          <p:cNvSpPr txBox="1"/>
          <p:nvPr/>
        </p:nvSpPr>
        <p:spPr>
          <a:xfrm>
            <a:off x="6915828" y="1904985"/>
            <a:ext cx="13886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Vacuum Chamber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E82447A3-4D3E-8E41-2F47-295822A4DFD7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3777286" y="4312879"/>
            <a:ext cx="0" cy="5756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AA8208F-704B-93CB-EF65-203C362CA0A1}"/>
              </a:ext>
            </a:extLst>
          </p:cNvPr>
          <p:cNvCxnSpPr>
            <a:cxnSpLocks/>
          </p:cNvCxnSpPr>
          <p:nvPr/>
        </p:nvCxnSpPr>
        <p:spPr>
          <a:xfrm flipV="1">
            <a:off x="5713879" y="3648837"/>
            <a:ext cx="0" cy="664042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0C02F4AB-60B8-BAFC-2A36-26E0A7D0D106}"/>
              </a:ext>
            </a:extLst>
          </p:cNvPr>
          <p:cNvSpPr txBox="1"/>
          <p:nvPr/>
        </p:nvSpPr>
        <p:spPr>
          <a:xfrm>
            <a:off x="4108525" y="4070914"/>
            <a:ext cx="12510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Extraction Pulse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81512C57-57D2-67B5-FDE6-30EEA4C9F77F}"/>
              </a:ext>
            </a:extLst>
          </p:cNvPr>
          <p:cNvCxnSpPr>
            <a:cxnSpLocks/>
          </p:cNvCxnSpPr>
          <p:nvPr/>
        </p:nvCxnSpPr>
        <p:spPr>
          <a:xfrm>
            <a:off x="3777286" y="5830899"/>
            <a:ext cx="52063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E6698F70-88F8-E9CC-6358-B01D204121A3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3777286" y="5488876"/>
            <a:ext cx="0" cy="342023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F6AA7C69-1D0F-7EB6-7448-C43EA3A93C5E}"/>
              </a:ext>
            </a:extLst>
          </p:cNvPr>
          <p:cNvSpPr txBox="1"/>
          <p:nvPr/>
        </p:nvSpPr>
        <p:spPr>
          <a:xfrm>
            <a:off x="7562102" y="5606258"/>
            <a:ext cx="7333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Control TTL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3500EBB0-F5C6-8D0E-745E-1F0100B8DBF6}"/>
              </a:ext>
            </a:extLst>
          </p:cNvPr>
          <p:cNvSpPr txBox="1"/>
          <p:nvPr/>
        </p:nvSpPr>
        <p:spPr>
          <a:xfrm>
            <a:off x="4903496" y="4791231"/>
            <a:ext cx="4548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FG2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3646CCAC-308C-5E8A-0142-E9403EAA5DCC}"/>
              </a:ext>
            </a:extLst>
          </p:cNvPr>
          <p:cNvSpPr txBox="1"/>
          <p:nvPr/>
        </p:nvSpPr>
        <p:spPr>
          <a:xfrm>
            <a:off x="3911478" y="338810"/>
            <a:ext cx="4548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FG1</a:t>
            </a:r>
          </a:p>
        </p:txBody>
      </p:sp>
    </p:spTree>
    <p:extLst>
      <p:ext uri="{BB962C8B-B14F-4D97-AF65-F5344CB8AC3E}">
        <p14:creationId xmlns:p14="http://schemas.microsoft.com/office/powerpoint/2010/main" val="1825571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197CEB-5646-CDDD-DEFA-DFD35E5476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98485" y="0"/>
            <a:ext cx="5973954" cy="33805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6E57E7-753B-3467-513E-B1DB81EE90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486" y="3380526"/>
            <a:ext cx="5973954" cy="3428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355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DE4A9F-88F4-1241-B2E0-B9240664F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456" y="0"/>
            <a:ext cx="9169088" cy="68580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33D67BD-A00A-85F7-EC9E-DA1F9326AC1F}"/>
              </a:ext>
            </a:extLst>
          </p:cNvPr>
          <p:cNvCxnSpPr/>
          <p:nvPr/>
        </p:nvCxnSpPr>
        <p:spPr>
          <a:xfrm>
            <a:off x="8867170" y="3131190"/>
            <a:ext cx="0" cy="612396"/>
          </a:xfrm>
          <a:prstGeom prst="straightConnector1">
            <a:avLst/>
          </a:prstGeom>
          <a:ln>
            <a:solidFill>
              <a:srgbClr val="FFFF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F75D244-7A26-5C5F-21BE-C20664792597}"/>
              </a:ext>
            </a:extLst>
          </p:cNvPr>
          <p:cNvCxnSpPr>
            <a:cxnSpLocks/>
          </p:cNvCxnSpPr>
          <p:nvPr/>
        </p:nvCxnSpPr>
        <p:spPr>
          <a:xfrm>
            <a:off x="9346735" y="3095536"/>
            <a:ext cx="0" cy="692091"/>
          </a:xfrm>
          <a:prstGeom prst="straightConnector1">
            <a:avLst/>
          </a:prstGeom>
          <a:ln>
            <a:solidFill>
              <a:srgbClr val="FFFF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B57CA8B-C4BB-FF00-8A74-534C73147FA6}"/>
              </a:ext>
            </a:extLst>
          </p:cNvPr>
          <p:cNvCxnSpPr/>
          <p:nvPr/>
        </p:nvCxnSpPr>
        <p:spPr>
          <a:xfrm>
            <a:off x="6774110" y="3095536"/>
            <a:ext cx="2772562" cy="0"/>
          </a:xfrm>
          <a:prstGeom prst="line">
            <a:avLst/>
          </a:prstGeom>
          <a:ln w="635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4BF714-7F50-7D42-8154-FE1D61578F29}"/>
              </a:ext>
            </a:extLst>
          </p:cNvPr>
          <p:cNvCxnSpPr/>
          <p:nvPr/>
        </p:nvCxnSpPr>
        <p:spPr>
          <a:xfrm>
            <a:off x="6774110" y="3787627"/>
            <a:ext cx="2772562" cy="0"/>
          </a:xfrm>
          <a:prstGeom prst="line">
            <a:avLst/>
          </a:prstGeom>
          <a:ln w="635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A57E2BF-C0E5-A892-BBBC-9BCCD238F33C}"/>
              </a:ext>
            </a:extLst>
          </p:cNvPr>
          <p:cNvCxnSpPr>
            <a:cxnSpLocks/>
          </p:cNvCxnSpPr>
          <p:nvPr/>
        </p:nvCxnSpPr>
        <p:spPr>
          <a:xfrm>
            <a:off x="7533314" y="3135384"/>
            <a:ext cx="1673603" cy="0"/>
          </a:xfrm>
          <a:prstGeom prst="line">
            <a:avLst/>
          </a:prstGeom>
          <a:ln w="635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D83CC13-5308-7EC6-32EF-3AD164A75D2F}"/>
              </a:ext>
            </a:extLst>
          </p:cNvPr>
          <p:cNvCxnSpPr>
            <a:cxnSpLocks/>
          </p:cNvCxnSpPr>
          <p:nvPr/>
        </p:nvCxnSpPr>
        <p:spPr>
          <a:xfrm>
            <a:off x="7533314" y="3751974"/>
            <a:ext cx="1666611" cy="0"/>
          </a:xfrm>
          <a:prstGeom prst="line">
            <a:avLst/>
          </a:prstGeom>
          <a:ln w="635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EDB36D8-8FB8-BBE9-8410-A2B775BB0A05}"/>
              </a:ext>
            </a:extLst>
          </p:cNvPr>
          <p:cNvSpPr txBox="1"/>
          <p:nvPr/>
        </p:nvSpPr>
        <p:spPr>
          <a:xfrm>
            <a:off x="8850392" y="3298195"/>
            <a:ext cx="5261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b="1" dirty="0">
                <a:solidFill>
                  <a:srgbClr val="FFFF00"/>
                </a:solidFill>
              </a:rPr>
              <a:t>48mil</a:t>
            </a:r>
            <a:endParaRPr lang="zh-CN" altLang="en-US" sz="1050" b="1" dirty="0">
              <a:solidFill>
                <a:srgbClr val="FFFF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1AA8D4-7183-7436-5817-33BF198B25FE}"/>
              </a:ext>
            </a:extLst>
          </p:cNvPr>
          <p:cNvSpPr txBox="1"/>
          <p:nvPr/>
        </p:nvSpPr>
        <p:spPr>
          <a:xfrm>
            <a:off x="9316973" y="3306583"/>
            <a:ext cx="52610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b="1" dirty="0">
                <a:solidFill>
                  <a:srgbClr val="FFFF00"/>
                </a:solidFill>
              </a:rPr>
              <a:t>54mil</a:t>
            </a:r>
            <a:endParaRPr lang="zh-CN" altLang="en-US" sz="1050" b="1" dirty="0">
              <a:solidFill>
                <a:srgbClr val="FFFF00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DADE10A-6E85-E1C6-E08F-66C561C9DC2D}"/>
              </a:ext>
            </a:extLst>
          </p:cNvPr>
          <p:cNvCxnSpPr>
            <a:cxnSpLocks/>
          </p:cNvCxnSpPr>
          <p:nvPr/>
        </p:nvCxnSpPr>
        <p:spPr>
          <a:xfrm>
            <a:off x="3514987" y="3441582"/>
            <a:ext cx="5171813" cy="0"/>
          </a:xfrm>
          <a:prstGeom prst="straightConnector1">
            <a:avLst/>
          </a:prstGeom>
          <a:ln>
            <a:solidFill>
              <a:srgbClr val="FFC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B79E539-8434-B913-7793-F834D95246E6}"/>
              </a:ext>
            </a:extLst>
          </p:cNvPr>
          <p:cNvSpPr txBox="1"/>
          <p:nvPr/>
        </p:nvSpPr>
        <p:spPr>
          <a:xfrm>
            <a:off x="5804093" y="3183472"/>
            <a:ext cx="59824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b="1" dirty="0">
                <a:solidFill>
                  <a:srgbClr val="FFC000"/>
                </a:solidFill>
              </a:rPr>
              <a:t>400mil</a:t>
            </a:r>
            <a:endParaRPr lang="zh-CN" altLang="en-US" sz="1050" b="1" dirty="0">
              <a:solidFill>
                <a:srgbClr val="FFC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8E85B3-5C7B-629D-AF99-30647D88C300}"/>
              </a:ext>
            </a:extLst>
          </p:cNvPr>
          <p:cNvSpPr txBox="1"/>
          <p:nvPr/>
        </p:nvSpPr>
        <p:spPr>
          <a:xfrm>
            <a:off x="5840160" y="2296000"/>
            <a:ext cx="526106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50" b="1" dirty="0">
                <a:solidFill>
                  <a:srgbClr val="FFFF00"/>
                </a:solidFill>
              </a:rPr>
              <a:t>40mil</a:t>
            </a:r>
          </a:p>
          <a:p>
            <a:pPr algn="ctr"/>
            <a:r>
              <a:rPr lang="en-US" altLang="zh-CN" sz="1050" b="1" dirty="0">
                <a:solidFill>
                  <a:srgbClr val="FFFF00"/>
                </a:solidFill>
              </a:rPr>
              <a:t>X</a:t>
            </a:r>
          </a:p>
          <a:p>
            <a:pPr algn="ctr"/>
            <a:r>
              <a:rPr lang="en-US" altLang="zh-CN" sz="1050" b="1" dirty="0">
                <a:solidFill>
                  <a:srgbClr val="FFFF00"/>
                </a:solidFill>
              </a:rPr>
              <a:t>60mil</a:t>
            </a:r>
            <a:endParaRPr lang="zh-CN" altLang="en-US" sz="1050" b="1" dirty="0">
              <a:solidFill>
                <a:srgbClr val="FFFF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DDE7BA-0645-33BA-7DCA-2449E7818D05}"/>
              </a:ext>
            </a:extLst>
          </p:cNvPr>
          <p:cNvSpPr txBox="1"/>
          <p:nvPr/>
        </p:nvSpPr>
        <p:spPr>
          <a:xfrm>
            <a:off x="4291277" y="2295999"/>
            <a:ext cx="598242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50" b="1" dirty="0">
                <a:solidFill>
                  <a:srgbClr val="FFFF00"/>
                </a:solidFill>
              </a:rPr>
              <a:t>100mil</a:t>
            </a:r>
          </a:p>
          <a:p>
            <a:pPr algn="ctr"/>
            <a:r>
              <a:rPr lang="en-US" altLang="zh-CN" sz="1050" b="1" dirty="0">
                <a:solidFill>
                  <a:srgbClr val="FFFF00"/>
                </a:solidFill>
              </a:rPr>
              <a:t>X</a:t>
            </a:r>
          </a:p>
          <a:p>
            <a:pPr algn="ctr"/>
            <a:r>
              <a:rPr lang="en-US" altLang="zh-CN" sz="1050" b="1" dirty="0">
                <a:solidFill>
                  <a:srgbClr val="FFFF00"/>
                </a:solidFill>
              </a:rPr>
              <a:t>60mil</a:t>
            </a:r>
            <a:endParaRPr lang="zh-CN" altLang="en-US" sz="1050" b="1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990489B-C3A6-FE7E-6240-095F45EE15C5}"/>
              </a:ext>
            </a:extLst>
          </p:cNvPr>
          <p:cNvSpPr txBox="1"/>
          <p:nvPr/>
        </p:nvSpPr>
        <p:spPr>
          <a:xfrm>
            <a:off x="5840160" y="1017195"/>
            <a:ext cx="52610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b="1" dirty="0">
                <a:solidFill>
                  <a:srgbClr val="FFFF00"/>
                </a:solidFill>
              </a:rPr>
              <a:t>24mil</a:t>
            </a:r>
            <a:endParaRPr lang="zh-CN" altLang="en-US" sz="1050" b="1" dirty="0">
              <a:solidFill>
                <a:srgbClr val="FFFF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D24EC1-201D-9BFC-EC99-D5B65E8DDA22}"/>
              </a:ext>
            </a:extLst>
          </p:cNvPr>
          <p:cNvSpPr txBox="1"/>
          <p:nvPr/>
        </p:nvSpPr>
        <p:spPr>
          <a:xfrm>
            <a:off x="2907085" y="3306583"/>
            <a:ext cx="52610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b="1" dirty="0">
                <a:solidFill>
                  <a:srgbClr val="FFFF00"/>
                </a:solidFill>
              </a:rPr>
              <a:t>16mil</a:t>
            </a:r>
            <a:endParaRPr lang="zh-CN" altLang="en-US" sz="1050" b="1" dirty="0">
              <a:solidFill>
                <a:srgbClr val="FFFF00"/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2962B9B-815B-6EF3-9C4C-238A52A50E2D}"/>
              </a:ext>
            </a:extLst>
          </p:cNvPr>
          <p:cNvCxnSpPr/>
          <p:nvPr/>
        </p:nvCxnSpPr>
        <p:spPr>
          <a:xfrm>
            <a:off x="5071145" y="2076275"/>
            <a:ext cx="142613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F7E87E5-15BD-3B84-F603-6E5FA31FFB54}"/>
              </a:ext>
            </a:extLst>
          </p:cNvPr>
          <p:cNvCxnSpPr>
            <a:cxnSpLocks/>
          </p:cNvCxnSpPr>
          <p:nvPr/>
        </p:nvCxnSpPr>
        <p:spPr>
          <a:xfrm flipH="1">
            <a:off x="5290657" y="2073478"/>
            <a:ext cx="141214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5A76686-F61A-9578-7C07-62ADA7188310}"/>
              </a:ext>
            </a:extLst>
          </p:cNvPr>
          <p:cNvCxnSpPr>
            <a:cxnSpLocks/>
          </p:cNvCxnSpPr>
          <p:nvPr/>
        </p:nvCxnSpPr>
        <p:spPr>
          <a:xfrm flipV="1">
            <a:off x="5226342" y="1988189"/>
            <a:ext cx="0" cy="387991"/>
          </a:xfrm>
          <a:prstGeom prst="line">
            <a:avLst/>
          </a:prstGeom>
          <a:ln w="635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B1EA699-0D22-A8F7-9C08-D392DCB45479}"/>
              </a:ext>
            </a:extLst>
          </p:cNvPr>
          <p:cNvCxnSpPr>
            <a:cxnSpLocks/>
          </p:cNvCxnSpPr>
          <p:nvPr/>
        </p:nvCxnSpPr>
        <p:spPr>
          <a:xfrm flipV="1">
            <a:off x="5271085" y="1988188"/>
            <a:ext cx="0" cy="387991"/>
          </a:xfrm>
          <a:prstGeom prst="line">
            <a:avLst/>
          </a:prstGeom>
          <a:ln w="635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37D5E80-8832-3561-C0B8-60706D032DDA}"/>
              </a:ext>
            </a:extLst>
          </p:cNvPr>
          <p:cNvSpPr txBox="1"/>
          <p:nvPr/>
        </p:nvSpPr>
        <p:spPr>
          <a:xfrm>
            <a:off x="5020327" y="1767281"/>
            <a:ext cx="45397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b="1" dirty="0">
                <a:solidFill>
                  <a:srgbClr val="FFFF00"/>
                </a:solidFill>
              </a:rPr>
              <a:t>4mil</a:t>
            </a:r>
            <a:endParaRPr lang="zh-CN" altLang="en-US" sz="1050" b="1" dirty="0">
              <a:solidFill>
                <a:srgbClr val="FFFF00"/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0389D93-9F42-B46A-4D17-BA9ECF4C29E5}"/>
              </a:ext>
            </a:extLst>
          </p:cNvPr>
          <p:cNvCxnSpPr>
            <a:cxnSpLocks/>
          </p:cNvCxnSpPr>
          <p:nvPr/>
        </p:nvCxnSpPr>
        <p:spPr>
          <a:xfrm flipV="1">
            <a:off x="6864288" y="3095536"/>
            <a:ext cx="0" cy="150301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6648596-3781-3350-8EA5-A77DCF5ABF26}"/>
              </a:ext>
            </a:extLst>
          </p:cNvPr>
          <p:cNvCxnSpPr>
            <a:cxnSpLocks/>
          </p:cNvCxnSpPr>
          <p:nvPr/>
        </p:nvCxnSpPr>
        <p:spPr>
          <a:xfrm>
            <a:off x="6774110" y="2962710"/>
            <a:ext cx="759204" cy="0"/>
          </a:xfrm>
          <a:prstGeom prst="line">
            <a:avLst/>
          </a:prstGeom>
          <a:ln w="635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DF99F61-32E3-A046-627F-E3976150B3E7}"/>
              </a:ext>
            </a:extLst>
          </p:cNvPr>
          <p:cNvCxnSpPr>
            <a:cxnSpLocks/>
          </p:cNvCxnSpPr>
          <p:nvPr/>
        </p:nvCxnSpPr>
        <p:spPr>
          <a:xfrm>
            <a:off x="6864288" y="2819897"/>
            <a:ext cx="0" cy="142813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07EC175F-19E0-A15D-4C87-972430396256}"/>
              </a:ext>
            </a:extLst>
          </p:cNvPr>
          <p:cNvSpPr txBox="1"/>
          <p:nvPr/>
        </p:nvSpPr>
        <p:spPr>
          <a:xfrm>
            <a:off x="6308420" y="2901318"/>
            <a:ext cx="52610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b="1" dirty="0">
                <a:solidFill>
                  <a:srgbClr val="FFFF00"/>
                </a:solidFill>
              </a:rPr>
              <a:t>10mil</a:t>
            </a:r>
            <a:endParaRPr lang="zh-CN" altLang="en-US" sz="1050" b="1" dirty="0">
              <a:solidFill>
                <a:srgbClr val="FFFF0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3B26501-674A-8B92-2898-144EEBC2050A}"/>
              </a:ext>
            </a:extLst>
          </p:cNvPr>
          <p:cNvSpPr txBox="1"/>
          <p:nvPr/>
        </p:nvSpPr>
        <p:spPr>
          <a:xfrm>
            <a:off x="8293013" y="1978429"/>
            <a:ext cx="46679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50" b="1" dirty="0">
                <a:solidFill>
                  <a:srgbClr val="FFFF00"/>
                </a:solidFill>
              </a:rPr>
              <a:t>right</a:t>
            </a:r>
            <a:endParaRPr lang="zh-CN" altLang="en-US" sz="1050" b="1" dirty="0">
              <a:solidFill>
                <a:srgbClr val="FFFF0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C7C58FF-ED1F-9132-0108-932893A322BD}"/>
              </a:ext>
            </a:extLst>
          </p:cNvPr>
          <p:cNvSpPr txBox="1"/>
          <p:nvPr/>
        </p:nvSpPr>
        <p:spPr>
          <a:xfrm>
            <a:off x="5402995" y="1988188"/>
            <a:ext cx="25680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50" b="1" dirty="0">
                <a:solidFill>
                  <a:srgbClr val="FFFF00"/>
                </a:solidFill>
              </a:rPr>
              <a:t>2</a:t>
            </a:r>
            <a:endParaRPr lang="zh-CN" altLang="en-US" sz="1050" b="1" dirty="0">
              <a:solidFill>
                <a:srgbClr val="FFFF0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F38762F-F91B-095E-AC02-ED814F1B9BB7}"/>
              </a:ext>
            </a:extLst>
          </p:cNvPr>
          <p:cNvSpPr txBox="1"/>
          <p:nvPr/>
        </p:nvSpPr>
        <p:spPr>
          <a:xfrm>
            <a:off x="5974812" y="1989800"/>
            <a:ext cx="25680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50" b="1" dirty="0">
                <a:solidFill>
                  <a:srgbClr val="FFFF00"/>
                </a:solidFill>
              </a:rPr>
              <a:t>3</a:t>
            </a:r>
            <a:endParaRPr lang="zh-CN" altLang="en-US" sz="1050" b="1" dirty="0">
              <a:solidFill>
                <a:srgbClr val="FFFF00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34EC207-F758-4A89-96A8-C34E007CB6D5}"/>
              </a:ext>
            </a:extLst>
          </p:cNvPr>
          <p:cNvSpPr txBox="1"/>
          <p:nvPr/>
        </p:nvSpPr>
        <p:spPr>
          <a:xfrm>
            <a:off x="6546629" y="1978429"/>
            <a:ext cx="25680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50" b="1" dirty="0">
                <a:solidFill>
                  <a:srgbClr val="FFFF00"/>
                </a:solidFill>
              </a:rPr>
              <a:t>4</a:t>
            </a:r>
            <a:endParaRPr lang="zh-CN" altLang="en-US" sz="1050" b="1" dirty="0">
              <a:solidFill>
                <a:srgbClr val="FFFF00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CA279D7-ED6B-0B92-89CD-B366AF4C44A9}"/>
              </a:ext>
            </a:extLst>
          </p:cNvPr>
          <p:cNvSpPr txBox="1"/>
          <p:nvPr/>
        </p:nvSpPr>
        <p:spPr>
          <a:xfrm>
            <a:off x="7499059" y="1988812"/>
            <a:ext cx="25680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50" b="1" dirty="0">
                <a:solidFill>
                  <a:srgbClr val="FFFF00"/>
                </a:solidFill>
              </a:rPr>
              <a:t>5</a:t>
            </a:r>
            <a:endParaRPr lang="zh-CN" altLang="en-US" sz="1050" b="1" dirty="0">
              <a:solidFill>
                <a:srgbClr val="FFFF00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412EDE4-9F07-CF6C-45A9-0E80696DE5DE}"/>
              </a:ext>
            </a:extLst>
          </p:cNvPr>
          <p:cNvSpPr txBox="1"/>
          <p:nvPr/>
        </p:nvSpPr>
        <p:spPr>
          <a:xfrm>
            <a:off x="4733933" y="1985608"/>
            <a:ext cx="25680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50" b="1" dirty="0">
                <a:solidFill>
                  <a:srgbClr val="FFFF00"/>
                </a:solidFill>
              </a:rPr>
              <a:t>1</a:t>
            </a:r>
            <a:endParaRPr lang="zh-CN" altLang="en-US" sz="1050" b="1" dirty="0">
              <a:solidFill>
                <a:srgbClr val="FFFF0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573F220-0A24-8855-1005-EDB036123D0A}"/>
              </a:ext>
            </a:extLst>
          </p:cNvPr>
          <p:cNvSpPr txBox="1"/>
          <p:nvPr/>
        </p:nvSpPr>
        <p:spPr>
          <a:xfrm>
            <a:off x="8329883" y="4641061"/>
            <a:ext cx="39305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50" b="1" dirty="0">
                <a:solidFill>
                  <a:srgbClr val="FFFF00"/>
                </a:solidFill>
              </a:rPr>
              <a:t>left</a:t>
            </a:r>
            <a:endParaRPr lang="zh-CN" altLang="en-US" sz="105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9259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450DF8-1353-B2F3-EECA-4886FEE13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7" y="1029473"/>
            <a:ext cx="11325225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0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3200</TotalTime>
  <Words>83</Words>
  <Application>Microsoft Office PowerPoint</Application>
  <PresentationFormat>Widescreen</PresentationFormat>
  <Paragraphs>53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Zijue Luo</dc:creator>
  <cp:lastModifiedBy>Zijue Luo</cp:lastModifiedBy>
  <cp:revision>14</cp:revision>
  <dcterms:created xsi:type="dcterms:W3CDTF">2026-02-10T23:01:49Z</dcterms:created>
  <dcterms:modified xsi:type="dcterms:W3CDTF">2026-03-13T01:26:21Z</dcterms:modified>
</cp:coreProperties>
</file>